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과정은 스킬을 쓰는 법이 아니라 만드는 법을 다룬다. 교재는 gstack 저장소의 실제 파일이며, edu/excerpts에 주석 달린 발췌본, edu/workbook에 실습이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회차는 발췌본 읽기, 슬라이드 설명, 랩 실습 순서로 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블록은 축약본이다. 원본은 allowed-tools를 목록으로, hooks를 matcher/command 구조로 적는다. triggers는 Claude Code 표준 필드가 아니라 gstack이 라우팅에 쓰는 확장 필드다.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본문이 아무리 훌륭해도 이름(name)과 description이 호출을 유도하지 못하면 스킬은 없는 것과 같다. 리허설에서 확인: 이름만으로도 호출된다 — 나쁜 예 commit-msg-vague가 이름 때문에 호출됐다.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옛 추출식은 grep -o '"command"..."[^"]*"'였다. [^"]*가 첫 이스케이프 따옴표에서 멈춰서, 따옴표 인자 뒤에 오는 위험 명령이 검사 전에 잘려 나갔다.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폴더에는 이 밖에도 tasks-aggregator 등이 있다. 슬라이드에는 대표 파일만 실었다.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4회차 수료 후 읽는 심화 발췌본 09~12에 대응한다. 별도 랩 없이 각 발췌본 끝의 심화 과제만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1회차의 "description이 라우팅"의 확장판. 개별 description에 다 못 넣는 구어체 표현을 라우터가 흡수한다.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없는 파일은 빈 문자열: 새 모델 지원이 "파일 하나 만들기"로 끝난다. 생성 시점 분기라는 점에서 4회차 템플릿 파이프라인 위에서 동작한다.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적은 "늘어나는 것"이 아니라 "모르고 늘어나는 것"이다.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gstack 스킬 해부 · 스킬 제작자 과정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폴더 하나,</a:t>
            </a:r>
            <a:endParaRPr lang="en-US" sz="4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하나에서 시작한다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gstack v1.91.1(커밋 2a113ae7)의 스킬 62개로 배우는 설계 패턴 · 4회차 과정 + 심화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+ 심화: 해부에서 운영까지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384048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교재 (gstack)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해부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unfreeze, careful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labs/01-first-skill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Hook으로 강제하기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careful, freeze, guard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labs/02-hook-guard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스킬 설계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investigate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labs/03-workflow-skill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 키우기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템플릿, sections, browser-skill, 테스트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labs/04-scale-up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무리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라우터, 모델 오버레이, 런타임, 예산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발췌본 09~12 심화 과제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위치: edu/excerpts/ · 실습 위치: edu/workbook/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모델이 필요할 때 펼쳐 보는 작업 설명서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두나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개인: ~/.claude/skills/&lt;이름&gt;/SKILL.md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프로젝트: .claude/skills/&lt;이름&gt;/SKILL.md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gstack은 ~/.claude/skills/gstack 아래에 설치된다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이루어지나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frontmatter (YAML): 언제 쓰고, 무엇을 허용하나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(Markdown): 어떻게 일하나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 파일: bin/, sections/, 스크립트 (선택)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749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gstack 기준: SKILL.md 62개. 가장 작은 unfreeze는 48줄, 가장 큰 design-review는 1,930줄.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 · 스킬 해부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 · 스킬 해부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frontmatter는 스킬의 계약서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3794760"/>
          </a:xfrm>
          <a:prstGeom prst="roundRect">
            <a:avLst>
              <a:gd name="adj" fmla="val 2169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careful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|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Safety guardrails for destructive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 ... Use when asked to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 careful", "safety mode" ...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triggers: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be careful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allowed-tools: [Bash, Read]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hooks: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PreToolUse: Bash → check-careful.sh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슬래시 명령 이름 (/careful)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라우팅 조건. 모델은 이것을 보고 호출을 결정한다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triggers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gstack 확장 필드. 라우팅용 사용자 표현 목록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allowed-tools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이 스킬이 쓰는 도구만 최소로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스킬이 켜져 있는 동안 도구 호출을 검사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gstack/careful/SKILL.md.tmpl (축약 발췌) · 상세: edu/excerpts/01-anatomy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원리 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본문을 읽기 전에 이름과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description만 보고 스킬을 고른다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gstack의 description에는 무엇을 하는지, 사용자가 어떤 말로 부를지, 언제 먼저 호출해야 하는지가 모두 들어간다.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 · 스킬 해부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호출되는 description과 안 되는 description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41148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호출되지 않는다</a:t>
            </a:r>
            <a:endParaRPr lang="en-US" sz="17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디버깅 도구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하는지만 있고, 언제 불러야 하는지가 없다.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138928" y="2148840"/>
            <a:ext cx="622706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investigate의 실제 description</a:t>
            </a:r>
            <a:endParaRPr lang="en-US" sz="17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F5F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Systematic debugging with root cause investigation.</a:t>
            </a:r>
            <a:endParaRPr lang="en-US" sz="17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F5F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표현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Use when asked to "debug this", "fix this bug", "why is this broken" ...</a:t>
            </a:r>
            <a:endParaRPr lang="en-US" sz="17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F5F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호출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Proactively invoke this skill (do NOT debug directly) when the user reports errors, 500 errors, stack traces ...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gstack/investigate/SKILL.md.tmpl · 실습: labs/01-first-skill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 · 스킬 해부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시작하고, 반복될 때만 키운다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3346704" cy="356616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5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unfreeze</a:t>
            </a:r>
            <a:endParaRPr lang="en-US" sz="54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일. 설명 몇 줄과 명령 하나.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425696" y="2148840"/>
            <a:ext cx="3346704" cy="356616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</a:t>
            </a:r>
            <a:endParaRPr lang="en-US" sz="5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careful</a:t>
            </a:r>
            <a:endParaRPr lang="en-US" sz="54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 규칙표와 hook 스크립트 하나.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028432" y="2148840"/>
            <a:ext cx="3346704" cy="356616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1,930</a:t>
            </a:r>
            <a:endParaRPr lang="en-US" sz="5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design-review</a:t>
            </a:r>
            <a:endParaRPr lang="en-US" sz="54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전체와 공유 생성 블록 다수.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SKILL.md 줄 수 기준 · 첫 스킬은 50줄 안에서 끝내자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· 핵심 원리 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프롬프트는 부탁이고,</a:t>
            </a:r>
            <a:endParaRPr lang="en-US" sz="4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hook은 강제다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본문에 "rm -rf 전에 물어봐"라고 적어도 모델은 잊을 수 있다. PreToolUse hook은 도구 호출 직전에 셸 스크립트가 매번 검사한다.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· Hook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PreToolUse hook 한 번의 흐름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2340864" cy="237744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 호출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Bash 명령을 실행하려 한다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77540" y="2148840"/>
            <a:ext cx="365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557016" y="2148840"/>
            <a:ext cx="2340864" cy="237744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stdin 수신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hook이 tool_input JSON을 표준입력으로 받는다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11596" y="2148840"/>
            <a:ext cx="365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91072" y="2148840"/>
            <a:ext cx="2340864" cy="237744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패턴 검사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check-careful.sh가 command를 파싱해 규칙과 대조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45652" y="2148840"/>
            <a:ext cx="365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025128" y="2148840"/>
            <a:ext cx="2340864" cy="237744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판정 출력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통과: {} 출력 · 경고: ask · 차단: deny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920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hook은 스킬 frontmatter에 선언되고, 그 스킬이 켜진 세션에서만 동작한다.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gstack/careful/bin/check-careful.sh · edu/excerpts/02-hooks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· Hook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반드시 hookSpecificOutput 안에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943600" cy="2651760"/>
          </a:xfrm>
          <a:prstGeom prst="roundRect">
            <a:avLst>
              <a:gd name="adj" fmla="val 3103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{"hookSpecificOutput": {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"hookEventName": "PreToolUse",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"permissionDecision": "ask",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"permissionDecisionReason":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"[careful] ..."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967728" y="2148840"/>
            <a:ext cx="439826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permissionDecision을 최상위에 두면 Claude Code가 무시한다. 오류도 없이 경고가 조용히 사라진다.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check-careful.sh 머리 주석에 이 경고가 적혀 있다.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ask: 사용자가 승인 가능 · deny: 실행 거부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· 실제 버그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grep으로 JSON을 읽다가 뚫린 검사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45775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3749040"/>
                <a:gridCol w="21305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실행된 명령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옛 grep이 추출한 CMD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-m "wip" &amp;&amp; rm -rf /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-m \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-c "rm -rf /"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-c \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echo "x"; rm -rf ~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echo \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343400"/>
            <a:ext cx="517550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방법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JSON 파서로 읽는다. 파싱에 실패하면 허용하지 않는다(fail-closed).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90488" y="4343400"/>
            <a:ext cx="517550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깨진 설치도 같다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헬퍼 파일이 없으면 조용히 넘기지 않고 ask를 돌려준다.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check-careful.sh 주석, hook-extract.sh · 실습: labs/02-hook-guard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· Hook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위험도에 따라 판정을 나눈다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3346704" cy="356616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· deny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/, ~, $HOME 의 재귀 삭제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브랜치 force-push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명령에만 적용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425696" y="2148840"/>
            <a:ext cx="3346704" cy="356616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MEDIUM · ask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 -rf, DROP TABLE, TRUNCATE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push -f, reset --hard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kubectl delete, docker prune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28432" y="2148840"/>
            <a:ext cx="3346704" cy="356616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· 통과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node_modules, dist, build, .next 등 빌드 산출물 삭제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패턴은 추가만 가능하고, 기본 경고는 억제할 수 없다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gstack/careful/SKILL.md.tmpl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· 조합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코드 없이 hook을 조합해 스킬을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2926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/careful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 → check-careful.sh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2148840"/>
            <a:ext cx="640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148840"/>
            <a:ext cx="2926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/freeze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Edit, Write → check-freeze.sh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148840"/>
            <a:ext cx="640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148840"/>
            <a:ext cx="3227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25400">
            <a:solidFill>
              <a:srgbClr val="B8461E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/guard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스크립트를 matcher별로 등록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10545775" cy="1417320"/>
          </a:xfrm>
          <a:prstGeom prst="roundRect">
            <a:avLst>
              <a:gd name="adj" fmla="val 5806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investigate: freeze가 있으면 쓰고, 없으면 통과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S="$HOME/.claude/skills/gstack/freeze/bin/check-freeze.sh"; [ -x "$S" ] &amp;&amp; exec bash "$S"; exit 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guard/SKILL.md.tmpl, investigate/SKILL.md.tmpl · edu/excerpts/03-composition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 · 워크플로 스킬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investigate: 다섯 단계와 범위 잠금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근본 원인 조사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642616" y="210312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999232" y="210312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패턴 분석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18888" y="210312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175504" y="210312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가설 검증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10312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51776" y="210312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구현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71432" y="210312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528048" y="210312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검증 · 보고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20440"/>
            <a:ext cx="517550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 Lock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뒤 수정 범위를 디렉터리로 잠근다. freeze hook을 재사용한다.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3520440"/>
            <a:ext cx="5175504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블록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{{LEARNINGS_SEARCH}}로 과거 학습을 찾고, {{LEARNINGS_LOG}}로 결과를 남긴다.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gstack/investigate/SKILL.md.tmpl · edu/excerpts/04-workflow-skill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84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F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 · 핵심 원리 ③ · IRON LAW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BF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FIXES WITHOUT ROOT CAUSE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BF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INVESTIGATION FIRST.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BF7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맨 위에 어길 수 없는 규칙 하나를 둔다. 증상만 고치면 다음 버그를 찾기가 더 어려워진다.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 · 워크플로 스킬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멈추고, 어떻게 끝낼지 적어 둔다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3346704" cy="338328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조건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3회 이상 실패하면 멈추고 아키텍처를 의심한다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5개 파일을 넘으면 AskUserQuestion으로 확인한다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425696" y="2148840"/>
            <a:ext cx="3346704" cy="338328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사항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"this should fix it"이라고 말하지 않는다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수 없는 수정은 적용하지 않는다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28432" y="2148840"/>
            <a:ext cx="3346704" cy="338328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상태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DONE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DONE_WITH_CONCERNS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investigate/SKILL.md.tmpl ‘Important Rules’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 · 설계 워크시트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스킬을 쓰기 전에 답할 질문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67482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질문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investigate의 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어길 수 없는 규칙은?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Iron Law: 근본 원인 조사 전 수정 금지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단계는?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조사, 분석, 가설, 구현, 검증의 5단계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멈추나?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3회 실패 시 중단, 파일 5개 초과 시 사용자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범위는?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allowed-tools 8개와 freeze 범위 잠금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끝나나?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DONE / DONE_WITH_CONCERNS / BLOCKED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labs/03-workflow-skill 워크시트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규모 키우기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템플릿: 사람이 쓰고, 생성기가 채운다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3246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SKILL.md.tmpl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판단, 흐름, 예시. 사람이 쓴다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078224" y="214884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148840"/>
            <a:ext cx="3246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gen-skill-docs.ts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scripts/resolvers/*.ts가 {{플레이스홀더}}를 채운다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35824" y="214884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148840"/>
            <a:ext cx="3246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결과. 커밋되어 배포된다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268 → 704줄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4297680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investigate 템플릿과 생성본의 줄 수 차이. 명령: bun run gen:skill-docs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gstack/ARCHITECTURE.md ‘SKILL.md template system’ · edu/excerpts/05-template-system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템플릿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블록은 한 곳에서 고친다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플레이스홀더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생성되는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{{PREAMBLE}}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블록: 업데이트 확인, 세션 추적, AskUserQuestion 형식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{{LEARNINGS_SEARCH:query=…}}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학습 검색. 인자를 받는 형태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{{BROWSE_SETUP}}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바이너리 탐색과 설정 안내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D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{{QA_METHODOLOGY}}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/qa와 /qa-only가 공유하는 QA 방법론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0749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블록을 고치면 이를 쓰는 모든 스킬에 반영된다. 복사해 붙인 스킬 수십 개가 서로 어긋나는 것을 막는 장치다.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ARCHITECTURE.md 플레이스홀더 표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점진적 로딩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스킬은 쪼개서 필요할 때만 읽힌다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3566160"/>
          </a:xfrm>
          <a:prstGeom prst="roundRect">
            <a:avLst>
              <a:gd name="adj" fmla="val 2308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autoplan/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SKILL.md      # 뼈대: 단계 순서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sections/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manifest.json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ceo-phase.md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design-phase.md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dx-phase.md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eng-phase.md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phase-close.md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뼈대의 단계 순서만이 언제 섹션을 읽을지 결정한다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design-phase는 UI 범위가 감지될 때만, dx-phase는 개발자 대상 범위일 때만 읽는다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manifest.json은 ID, 경로, 제목, 트리거 문구만 담은 수동 목록이다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gstack/autoplan/sections/manifest.json · edu/excerpts/06-progressive-loading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스크립트 스킬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결정적인 일은 코드에, 테스트는 fixture로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3566160"/>
          </a:xfrm>
          <a:prstGeom prst="roundRect">
            <a:avLst>
              <a:gd name="adj" fmla="val 2308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hackernews-frontpage/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SKILL.md        # host, trusted, triggers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script.ts       # 스크래핑 로직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script.test.ts  # 오프라인 테스트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fixtures/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hn-2026-04-26.html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_lib/browse-client.ts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판단만 하고, 반복 가능한 추출은 script.ts가 한다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저장해 둔 HTML fixture로 네트워크 없이 테스트한다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/skillify가 /scrape 흐름을 이 구조로 굳혀 준다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gstack/browser-skills/hackernews-frontpage · edu/excerpts/07-script-backed-skill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테스트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스킬도 테스트한다: 무료로 95%, LLM은 판단에만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1609344"/>
                <a:gridCol w="161848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정적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SKILL.md 파싱, 명령 레지스트리 대조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2초 미만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E2E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-p로 실제 세션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$3.85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20분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LLM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명확성, 완결성, 실행 가능성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$0.15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30초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6634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1단계는 bun run test마다 실행되고, 2·3단계는 EVALS=1일 때만 돈다. 예: test/skill-validation.test.ts, skill-parser.test.ts, skill-routing-e2e.test.ts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ARCHITECTURE.md ‘Template test tiers’ (비용은 현 모델 기본값 이전 추정) · edu/excerpts/08-testing-skills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멀티 호스트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원본, 여러 에이전트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999232" y="21945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175504" y="21945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51776" y="21945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528048" y="21945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8803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factory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75504" y="28803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51776" y="28803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528048" y="2880360"/>
            <a:ext cx="2011680" cy="530352"/>
          </a:xfrm>
          <a:prstGeom prst="roundRect">
            <a:avLst>
              <a:gd name="adj" fmla="val 48276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gbrain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2336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hosts/*.ts가 호스트별 경로와 형식을 정의하고, 생성기가 같은 템플릿에서 호스트별 스킬을 만든다. 새 호스트 추가 방법은 docs/ADDING_A_HOST.md에 있다.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gstack/hosts/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하나에서</a:t>
            </a:r>
            <a:endParaRPr lang="en-US" sz="4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무리로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9B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4회차까지는 스킬 하나를 잘 만드는 법이었다. 심화 네 장은 수십 개의 스킬을 운영하는 기술이다: 라우터 · 모델 오버레이 · 런타임 프로토콜 · 컨텍스트 예산.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라우터 스킬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62개 스킬의 관제탑: 라우팅도 스킬이다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3566160"/>
          </a:xfrm>
          <a:prstGeom prst="roundRect">
            <a:avLst>
              <a:gd name="adj" fmla="val 2308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rules: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"why is this broken", "wtf",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"something's wrong"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invoke /investigate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"let's land this", "send it"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invoke /ship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in doubt, invoke the skill.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의도 설명이 아니라 </a:t>
            </a:r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실제로 칠 문장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쓴다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오탐이 미탐보다 싸다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비용 비교를 명시해 모델의 망설임을 없앤다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라우터는 일하지 않는다: allowed-tools 3개, "one job" 선언, PROACTIVE=false면 제안만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gstack/SKILL.md ‘Route first’ · edu/excerpts/09-router-skill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모델 오버레이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스킬, 모델마다 다른 잔소리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3566160"/>
          </a:xfrm>
          <a:prstGeom prst="roundRect">
            <a:avLst>
              <a:gd name="adj" fmla="val 2308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model-overlays/fable-5.md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{{INHERIT:claude}}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**Act when you have enough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act.** Fable 5 can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over-plan on ambiguous tasks.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 = 모델 하나. 보정 문구는 </a:t>
            </a:r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관찰된 실패 모드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단위로 쓴다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{{INHERIT:claude}} 한 줄로 패밀리 공통 보정을 상속 — 구현은 20줄 재귀 resolver</a:t>
            </a:r>
            <a:endParaRPr lang="en-US" sz="13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"스킬 지시가 이기면 스킬이 이긴다"는 </a:t>
            </a:r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종속 선언은 래퍼 코드가 항상 부착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작성자가 깜빡해도 파이프라인이 보장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gstack/model-overlays/, scripts/resolvers/model-overlay.ts · edu/excerpts/10-model-overlays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런타임 프로토콜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스킬에도 런타임이 있다: 시작·후퇴·방어·보고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4577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165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 라인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skill-start 스크립트가 KEY: value로 세션 상태 출력 — 계산은 코드, 해석은 프롬프트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degraded mode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SKILL_START_PROTO: 1이 없으면 안전 기본값으로 계속 — 스크립트가 죽어도 스킬은 산다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주입 방어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 블록은 방금 직접 실행한 결과 + SESSION_ID 일치일 때만 따른다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보고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DONE / DONE_WITH_CONCERNS / BLOCKED / NEEDS_CONTEXT 열거형, 텔레메트리는 || true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1206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2회차의 hook이 도구 호출을 지키는 자물쇠라면, SESSION_ID 검증은 도구 출력을 지키는 자물쇠다.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gstack/SKILL.md ‘Preamble’, ‘Completion Status Protocol’ · edu/excerpts/11-runtime-protocol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컨텍스트 예산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공짜가 아니다: 두 층의 예산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카탈로그 = 하드 게이트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스킬의 name + description은 매 세션 항상 로드된다. 합계 1,171토큰·스킬당 260바이트를 테스트가 강제 — 초과하면 빌드가 깨진다.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= 소프트 경고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본문은 호출될 때만 로드된다. 160KB 경고만 — 층이 다르면 강제 수준도 다르다. sections는 이 비용을 줄이는 수단.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래칫: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예산을 올릴 땐 같은 커밋에 측정 방법·날짜·무엇이 늘렸는지를 남긴다. 실패 메시지에는 재측정 명령과 갱신 절차가 그대로 들어 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gstack/test/catalog-budget.test.ts · edu/excerpts/12-context-budget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제작자의 다섯 가지 규칙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10545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E6E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description이 곧 라우팅이다. 언제 부를지까지 쓴다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E6E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반드시 지켜야 할 규칙은 본문이 아니라 hook으로 강제한다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E6E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hook은 판단할 수 없으면 막는다(fail-closed)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E6E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워크플로에는 Iron Law, 단계, 중단 조건, 완료 상태를 둔다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E6E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반복되면 템플릿, sections, 스크립트로 키운다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4980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edu/ 폴더 구성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5175504" cy="3566160"/>
          </a:xfrm>
          <a:prstGeom prst="roundRect">
            <a:avLst>
              <a:gd name="adj" fmla="val 2308"/>
            </a:avLst>
          </a:prstGeom>
          <a:solidFill>
            <a:srgbClr val="1A1D23"/>
          </a:solidFill>
          <a:ln/>
        </p:spPr>
        <p:txBody>
          <a:bodyPr wrap="square" lIns="203200" tIns="203200" rIns="203200" bIns="2032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excerpts/  # 주석 달린 발췌본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01-anatomy … 12-context-budget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workbook/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labs/01 … 04  # starter 포함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solutions/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self-check.md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2148840"/>
            <a:ext cx="51755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Claude Code, Git Bash(Windows), bun(4회차 선택)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발췌본 읽기, 랩 starter 채우기, 성공 기준 확인, solutions와 비교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4A5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회차마다 self-check.md 퀴즈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8251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원저작: gstack (MIT License) · 교재 기준 커밋 2a113ae7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gstack 스킬 제작 강의</dc:title>
  <dc:subject>PptxGenJS Presentation</dc:subject>
  <dc:creator>스킬 제작 강의</dc:creator>
  <cp:lastModifiedBy>스킬 제작 강의</cp:lastModifiedBy>
  <cp:revision>1</cp:revision>
  <dcterms:created xsi:type="dcterms:W3CDTF">2026-09-28T14:08:06Z</dcterms:created>
  <dcterms:modified xsi:type="dcterms:W3CDTF">2026-09-28T14:08:06Z</dcterms:modified>
</cp:coreProperties>
</file>