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38BDF8"/>
                </a:solidFill>
              </a:defRPr>
            </a:pPr>
            <a:r>
              <a:t>GSTACK 엔지니어링 마스터</a:t>
            </a:r>
          </a:p>
          <a:p>
            <a:pPr>
              <a:spcAft>
                <a:spcPts val="1400"/>
              </a:spcAft>
              <a:defRPr sz="3600" b="1">
                <a:solidFill>
                  <a:srgbClr val="F8FAFC"/>
                </a:solidFill>
              </a:defRPr>
            </a:pPr>
            <a:r>
              <a:t>AI 에이전트 스킬 아키텍처 &amp; 런타임</a:t>
            </a:r>
          </a:p>
          <a:p>
            <a:pPr>
              <a:defRPr sz="1700">
                <a:solidFill>
                  <a:srgbClr val="94A3B8"/>
                </a:solidFill>
              </a:defRPr>
            </a:pPr>
            <a:r>
              <a:t>정규 4회차(스킬 제작) + 심화 2회차(플릿 운영) 종합 마스터 과정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</a:defRPr>
            </a:pPr>
            <a:r>
              <a:t>FEATURE 01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Garry Tan의 gstack v1.91.1 원본 소스코드 기반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</a:defRPr>
            </a:pPr>
            <a:r>
              <a:t>FEATURE 02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정규 4개 + 심화 2개 = 총 6개 실습 랩 100% 쉘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931920"/>
            <a:ext cx="32918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4114800"/>
            <a:ext cx="2926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BBF24"/>
                </a:solidFill>
              </a:defRPr>
            </a:pPr>
            <a:r>
              <a:t>FEATURE 03</a:t>
            </a:r>
          </a:p>
          <a:p>
            <a:pPr>
              <a:defRPr sz="1400">
                <a:solidFill>
                  <a:srgbClr val="F8FAFC"/>
                </a:solidFill>
              </a:defRPr>
            </a:pPr>
            <a:r>
              <a:t>Claude Code + Antigravity/Gemini + Codex 크로스 호스트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종합 커리큘럼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과정 구성: 정규 4회차 + 심화 2회차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단일 스킬 제작에서 62개 스킬 플릿 운영 및 메타 스킬까지 완성합니다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Part 1: 기초&amp;보안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1회차: 해부&amp;자연어 라우팅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2회차: PreToolUse 훅 절대 보안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01, Lab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474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Part 2: 워크플로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3회차: Iron Law &amp; 디버깅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4회차: 템플릿 컴파일러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03, Lab 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Part 3: 플릿 관제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5회차: 62개 스킬 관제 라우터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모델별 잔소리 오버레이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05 (심화 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42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Part 4: 런타임&amp;메모리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6회차: Degraded 모드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스킬 자동생성 &amp; 결정로그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06 (심화 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기본 개념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스킬의 본질: 상주 헌법 vs 동적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모든 지침을 시스템 프롬프트에 넣으면 컨텍스트가 붕괴합니다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상주 헌법 (CLAUDE.md / GEMINI.md)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세션 내내 모든 요청에 상주하는 기본 법률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모든 도구/규칙을 다 넣으면 기본 토큰 소모 폭증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신호 대 잡음비(SNR) 저하로 모델이 중요한 규칙을 망각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용도: 코딩 스타일, 프로젝트 절대 규칙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동적 매뉴얼 (SKILL.md)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평소에는 [이름+설명]만 기억하는 On-Demand 방식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사용자가 그 작업을 부를 때만 서랍에서 꺼내 펼침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컨텍스트 비용 최소화 + 모델 집중도 100% 유지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용도: 배포, 디버깅, PR 리뷰 등 특정 전문 업무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1회차 · 스킬 해부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Frontmatter: 에이전트 런타임과의 계약서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--- 로 감싸진 YAML 메타데이터가 스킬의 생명주기를 결정합니다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[YAML]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---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name: commit-msg-ko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description: staged 변경을 읽고 한국어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커밋 메시지를 제안한다. Use when asked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to '커밋 메시지 써줘', 'write commit msg'.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allowed-tools: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- Bash(git diff:*)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- Bash(git status:*)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- Read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---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권한 최소화의 원칙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name은 폴더명과 100% 일치해야 함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description은 세션 시작 시 모델이 읽는 유일한 텍스트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allowed-tools에 Edit/Write를 열어주면 모델이 코드를 멋대로 고치는 부작용 발생!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오직 diff만 읽을 수 있도록 도구를 잠글 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핵심 원리 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자연어 라우팅의 제1원칙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4206240"/>
          </a:xfrm>
          <a:prstGeom prst="roundRect">
            <a:avLst/>
          </a:prstGeom>
          <a:solidFill>
            <a:srgbClr val="2D1E05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BBF24"/>
                </a:solidFill>
              </a:defRPr>
            </a:pPr>
            <a:r>
              <a:t>CORE PRINCIPLE</a:t>
            </a:r>
          </a:p>
          <a:p>
            <a:pPr>
              <a:spcAft>
                <a:spcPts val="1800"/>
              </a:spcAft>
              <a:defRPr sz="3200" b="1">
                <a:solidFill>
                  <a:srgbClr val="F8FAFC"/>
                </a:solidFill>
              </a:defRPr>
            </a:pPr>
            <a:r>
              <a:t>모델은 본문을 읽기 전에</a:t>
            </a:r>
            <a:br/>
            <a:r>
              <a:t>오직 이름과 description만 보고 스킬을 고른다.</a:t>
            </a:r>
          </a:p>
          <a:p>
            <a:pPr>
              <a:spcAft>
                <a:spcPts val="800"/>
              </a:spcAft>
              <a:defRPr sz="1600" b="1">
                <a:solidFill>
                  <a:srgbClr val="FBBF24"/>
                </a:solidFill>
              </a:defRPr>
            </a:pPr>
            <a:r>
              <a:t>■  카탈로그 우선 탐색 정책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컨텍스트 최적화를 위해 모델은 본문 마크다운을 미리 읽지 않습니다.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본문이 1,000줄이어도 description이 부실하면 스킬은 영원히 열리지 않습니다.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description은 단순한 설명이 아니라 '언제 나를 호출할지' 적는 트리거 조건문입니다.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1회차 · 실전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호출되는 description vs 무시되는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단어 하나 차이로 모델의 스킬 호출 여부가 완전히 갈립니다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✕ 무시되는 description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description: 커밋 도우미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무엇을 하는지만 있고, 언제 불러야 하는지가 없음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사용자가 '커밋 메시지 써줘'라고 해도 모델이 연관성을 확신하지 못함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결과: 본문이 훌륭해도 스킬 호출 실패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✓ 100% 호출되는 description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description: staged 변경(git diff --cached)을 읽고 한국어 Conventional Commit 메시지를 제안한다. Use when asked to '커밋 메시지 써줘', 'write a commit message'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무엇 + 상황 + 사용자의 실제 발화 키워드 명시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결과: 모델이 스킬 이름을 듣지 않아도 스스로 실행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1회차 · 미니멀리즘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작게 시작하고, 반복될 때만 키운다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gstack에서 가장 작은 스킬 unfreeze는 단 48줄입니다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[MARKDOWN]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---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name: unfreeze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description: Unfreezes the codebase...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allowed-tools: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- Bash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---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 Unfreeze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Remove the edit lock file: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```bash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rm -f .claude/freeze-lock.json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```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Confirm lock is removed to user.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단순성의 미학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거대한 프롬프트로 시작하지 마라.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터미널에서 자주 치는 실수 하나를 막아주는 50줄짜리 스킬부터 시작하라.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본문은 군더더기 없이 실행 명령과 피드백 보고로만 구성할 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1회차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01: commit-msg-ko 스킬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자연어 라우팅과 최소 권한 설정을 직접 경험합니다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실습 경로: edu_gemini/03_workbook/lab01-routing/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1: '커밋 메시지 써줘'라는 말에 스스로 반응하는 description 작성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2: git diff만 읽고 코드는 못 고치도록 allowed-tools 최소화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검증: 'git commit'을 멋대로 실행하지 않고 3가지 대안을 제시하는지 확인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핵심 원리 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절대 보안의 제2원칙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420624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7171"/>
                </a:solidFill>
              </a:defRPr>
            </a:pPr>
            <a:r>
              <a:t>CORE PRINCIPLE</a:t>
            </a:r>
          </a:p>
          <a:p>
            <a:pPr>
              <a:spcAft>
                <a:spcPts val="1800"/>
              </a:spcAft>
              <a:defRPr sz="3200" b="1">
                <a:solidFill>
                  <a:srgbClr val="F8FAFC"/>
                </a:solidFill>
              </a:defRPr>
            </a:pPr>
            <a:r>
              <a:t>프롬프트는 부탁이고,</a:t>
            </a:r>
            <a:br/>
            <a:r>
              <a:t>Hook은 강제다.</a:t>
            </a:r>
          </a:p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■  보안 경계는 LLM 추론 바깥에 위치해야 한다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프롬프트에 '절대 .env는 건드리지 마'라고 써도, 모델이 복잡한 작업에 빠지면 지시를 잊습니다.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PreToolUse Hook은 도구 실행 직전 OS 쉘에서 0.01초 만에 물리적으로 가로챕니다.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확률적 모델에게 운영 보안을 부탁하지 마십시오.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· HOOK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PreToolUse Hook의 라이프사이클과 JSON 프로토콜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stdin으로 입력을 받고 stdout으로 결정을 반환하는 초고속 게이트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[BASH]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 stdin 에서 tool_input JSON 읽기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INPUT=$(cat)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 진짜 JSON 파서로 파일 경로 추출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FILE_PATH=$(extract_path "$INPUT")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 위험 파일 접근 시 deny 결정 반환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if [[ "$FILE_PATH" == *".env"* ]]; then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printf '{"hookSpecificOutput":{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"hookEventName":"PreToolUse",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"permissionDecision":"deny",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"permissionDecisionReason":"비밀 파일 차단"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}}'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exit 0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fi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echo '{}' # 통과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로컬 게이트의 위력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실행 시간: 30~50ms (네트워크 지연 없음)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모델의 탈옥(Jailbreak) 여부와 무관하게 차단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정상 파일은 빈 객체 {}를 반환하여 0초 통과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· 규격의 함정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판정은 반드시 hookSpecificOutput 안에 중첩하라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최상위에 판정을 두면 런타임이 무시하고 통과시켜 버립니다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✕ 무시되는 잘못된 출력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{"permissionDecision": "deny"}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치명적 함정: 런타임이 에러도 내지 않고 조용히 무시함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결과: .env 수정 명령이 그대로 실행되어 버림!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gstack 개발진도 디버깅에 큰 시간을 쏟았던 실제 실수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✓ 올바른 프로토콜 규격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{"hookSpecificOutput": {"permissionDecision": "deny", "permissionDecisionReason": "..."}}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hookSpecificOutput 키 안에 중첩되어야만 유효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통과(Allow)의 정석: 빈 객체 {} 또는 빈 출력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· 실전 버그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실제 버그 사례: grep 정규식 파싱으로 뚫린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JSON을 정규식으로 파싱하다 발생한 보안 참사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78638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실행된 복합 명령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옛 grep이 추출한 CMD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판정 결과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취약점 사유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git commit -m "wip" &amp;&amp; rm -rf /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git commit -m \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통과 (위험!)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따옴표에서 파싱이 조기 종료됨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bash -c "rm -rf /"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bash -c \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통과 (위험!)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이스케이프 따옴표 누락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node -e 'fs.unlinkSync(".env")'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node -e \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통과 (위험!)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내부 스크립트 따옴표 단절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진짜 JSON 파서 (Node/Python)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전체 JSON 구조체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7171"/>
                          </a:solidFill>
                        </a:defRPr>
                      </a:pPr>
                      <a:r>
                        <a:t>정상 차단 (안전)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따옴표 완벽 보존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· 판정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위험도에 따라 판정을 나눈다: deny vs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모든 것을 막으면 개발자는 스킬을 꺼버립니다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등급 (Tier)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대상 명령어 예시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결정 (Decision)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사용자 경험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HIGH (파멸적)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rm -rf /, git push --force origin main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7171"/>
                          </a:solidFill>
                        </a:defRPr>
                      </a:pPr>
                      <a:r>
                        <a:t>deny (즉각 차단)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질문 없이 하드 스톱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MEDIUM (파괴적)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rm -r dist/, DROP TABLE, git reset --hard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ask (승인 요청)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사용자 팝업 대화창 띄움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LOW (안전 예외)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rm -rf node_modules, rm -rf .cache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allow ({})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4ADE80"/>
                          </a:solidFill>
                        </a:defRPr>
                      </a:pPr>
                      <a:r>
                        <a:t>0초 무저항 즉시 통과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· 컴포지션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새 코드 없이 Hook을 조합해 스킬을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레고 블록처럼 조립되는 스킬 컴포지션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1. /careful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파괴적 명령 감시 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check-careful.sh 실행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단독 실행 가능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52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2. /freeze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수정 디렉토리 범위 잠금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check-freeze.sh 실행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단독 실행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6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4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3. /guard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새 코드 0줄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hooks 배열에 둘 다 등록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동시 하드 가드 작동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2회차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02: protect-secrets 스킬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기밀 파일 수정을 0.01초 만에 물리적으로 쳐내는 하드 가드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실습 경로: edu_gemini/03_workbook/lab02-hook/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1: .env, *.pem, *.key 파일 접근 시 deny 반환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2: fail-closed 백스톱 트랩(trap backstop EXIT) 구현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검증: test-hook.sh 실행으로 .env 차단 및 일반 파일 통과 확인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3회차 · 워크플로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긴 작업을 통제하는 워크플로 스킬과 상태 머신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단발성 프롬프트와 상태 머신 기반 워크플로의 차이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단발성 프롬프트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'버그 고쳐줘' 한마디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원인 없이 코드 찌르기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누더기 패치 양산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52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게이트웨이 상태머신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작업을 5개 Phase로 분할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산출물 검증 시만 통과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코드 수정 범위 잠금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6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4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탈출 조건 (Abort)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3-Strike 실패 시 스톱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AskUserQuestion 호출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무한 루프 원천 차단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핵심 원리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디버깅의 절대 철칙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698480" cy="4206240"/>
          </a:xfrm>
          <a:prstGeom prst="roundRect">
            <a:avLst/>
          </a:prstGeom>
          <a:solidFill>
            <a:srgbClr val="450A0A"/>
          </a:solidFill>
          <a:ln w="254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9966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87171"/>
                </a:solidFill>
              </a:defRPr>
            </a:pPr>
            <a:r>
              <a:t>CORE PRINCIPLE</a:t>
            </a:r>
          </a:p>
          <a:p>
            <a:pPr>
              <a:spcAft>
                <a:spcPts val="1800"/>
              </a:spcAft>
              <a:defRPr sz="3200" b="1">
                <a:solidFill>
                  <a:srgbClr val="F8FAFC"/>
                </a:solidFill>
              </a:defRPr>
            </a:pPr>
            <a:r>
              <a:t>NO FIXES WITHOUT</a:t>
            </a:r>
            <a:br/>
            <a:r>
              <a:t>ROOT CAUSE INVESTIGATION FIRST.</a:t>
            </a:r>
          </a:p>
          <a:p>
            <a:pPr>
              <a:spcAft>
                <a:spcPts val="800"/>
              </a:spcAft>
              <a:defRPr sz="1600" b="1">
                <a:solidFill>
                  <a:srgbClr val="F87171"/>
                </a:solidFill>
              </a:defRPr>
            </a:pPr>
            <a:r>
              <a:t>■  증상만 고치면 다음 버그를 잡기가 10배 어려워진다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1. 버그를 100% 재현하는 최소 테스트 스크립트 작성 전까지 코드 수정 금지.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2. 소스코드 상의 정확한 근본 원인을 증명하기 전까지 코드 수정 금지.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</a:defRPr>
            </a:pPr>
            <a:r>
              <a:t>•  이 규칙 하나가 주니어 모델을 시니어 디버거로 바꿉니다.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3회차 · 디버깅 5단계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investigate 스킬의 5단계 게이트웨이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실제 프로덕션 디버깅을 지휘하는 완벽한 파이프라인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Phase 1: 접수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증상 파악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환경 격리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474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Phase 2: 재현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재현 스크립트 작성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실패 확정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Phase 3: 원인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근본 원인 추적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3-Strike 적용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42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Phase 4: 수정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외과 수술적 변경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최소 코드 수정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3회차 · 무한 루프 탈출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언제 멈출지 적어 둔다: 3-Strike 중단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에이전트에게 탈출구(Abort Condition)를 주지 않으면 토큰이 폭발합니다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[MARKDOWN]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## Abort Conditions (When to STOP)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 **The 3-Strike Rule**: If your hypothesis fails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to reproduce the bug 3 consecutive times: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1. STOP immediately. Do NOT guess a 4th time.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2. Call AskUserQuestion with: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 - 3 hypotheses tested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 - Actual outputs observed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  - Clarifying questions for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멈추는 법을 가르쳐라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무한 루프를 돌며 코드를 난도질하는 것 방지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컨텍스트 비용 폭탄 방지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적절한 시점에 사람(Human-in-the-Loop)을 호출하는 지능적 후퇴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3회차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03: module-analyst 스킬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Iron Law와 다단계 게이트웨이를 직접 설계합니다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실습 경로: edu_gemini/03_workbook/lab03-workflow/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1: worksheet.md 작성 (성공 기준, 중단 조건, AskUserQuestion 포맷)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2: 3단계(인벤토리 ➔ 의존성 ➔ 보고서) 게이트웨이 명세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검증: 분석 중 코드 수정을 원천 금지하는 Iron Law 준수 확인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핵심 원리 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공통 블록은 한 곳에서 고친다: 템플릿 컴파일러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스킬이 60개가 넘어가면 사람이 직접 편집할 수 없습니다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✕ 60개 마크다운 직접 수정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보안 지침 변경 시 60개 파일을 일일이 수동 편집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반드시 누락이나 오타 발생 (문서 드리프트)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에이전트마다 서로 다른 구버전 지침 실행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유지보수 불가능 상태 도달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✓ 템플릿 컴파일 파이프라인 (gen.sh)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사람은 SKILL.md.tmpl 템플릿만 작성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공통 보안 규칙(partials/common.md)을 한 곳에서 관리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빌드 스크립트가 0.1초 만에 60개 SKILL.md로 컴파일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마크다운도 빌드하고 버전 관리하는 소스코드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· 빌드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gen.sh: 플레이스홀더 치환과 빌드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0.1초 만에 60개의 스킬을 최신 표준으로 일괄 렌더링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[BASH]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COMMON=$(cat partials/common.md)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for tmpl in src/*/SKILL.md.tmpl; do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name=$(basename $(dirname "$tmpl"))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content=$(cat "$tmpl")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final="${content//\{\{COMMON_SAFEGUARDS\}\}/$COMMON}"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echo "$final" &gt; "out/$name/SKILL.md"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done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플레이스홀더 확장성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{{COMMON_SAFEGUARDS}}: 공통 보안 규칙 일괄 주입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{{INHERIT}}: 부모 스킬의 규칙 상속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외부 유출 차단(redact) 로직을 모든 스킬에 일괄 배포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· 컨텍스트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점진적 로딩: 1,500줄을 200줄로 쪼개는 비결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autoplan은 전체 1,500줄이지만 컨텍스트는 80% 아낍니다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메인 SKILL.md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150줄 내외 상주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목차 및 진행 게이트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상태 관제탑 역할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474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sections/ceo.md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CEO 리뷰 시 로딩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200줄 전용 가이드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완료 후 해제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sections/eng.md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엔지니어링 시 로딩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아키텍처 체크리스트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현재 단계만 집중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42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효과 (Results)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토큰 80% 절약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Lost in Middle 방지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환각율 제로화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· 역할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결정적인 일은 코드에, LLM은 판단에만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LLM에게 크롤링 데이터 파싱이나 정규식을 맡기지 마십시오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✕ LLM에게 모든 계산 맡기기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프롬프트: 'HTML에서 순위 30개 뽑아서 JSON으로 만들어줘'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결과: 중간 번호를 건너뛰거나 순위를 지어내는 환각 발생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토큰 소모 극심 + 비결정적 출력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✓ 스크립트 스킬 (script.ts + LLM)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script.ts: Cheerio/정규식으로 0.01초 만에 100% 완벽 추출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fixture: 가짜 HTML로 CI에서 무료 단위 테스트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LLM: 스크립트가 뱉은 JSON을 읽고 사람에게 브리핑만 수행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· 품질 보증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스킬도 테스트한다: 무료로 95%, LLM은 5%에만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비싼 LLM API로 테스트하지 마십시오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무료 정적 린터 (validate.sh)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비용: 0원 / 속도: 0.1초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name 일치, description 글자수(250자), 필수 키워드 검사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스킬 결함의 95%(오타, 경로 오류, YAML 깨짐)를 즉시 적발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CI 빌드 파이프라인의 하드 게이트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유료 LLM 리허설 (claude -p)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비용: API 토큰 과금 / 속도: 수초~수분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정적 검증을 통과한 스킬에 한해 최종 실행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모델의 실제 문제 해결력과 라우팅 정확도만 평가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비용 효율 20배 향상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· 멀티 호스트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크로스 호스트: 하나의 원본, 모든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특정 AI 벤더에 종속되지 않는 스킬 자산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Claude Code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~/.claude/skills/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PreToolUse Hook 규격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Bash 도구 바인딩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5864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152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Antigravity/Gemini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.agent/skills/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run_command 바인딩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워크스페이스 통합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85760" y="2194560"/>
            <a:ext cx="34442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68640" y="2423160"/>
            <a:ext cx="3078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OpenAI Codex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hosts/codex/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Codex CLI 프롬프트 규격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YAML 자동 변환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4회차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04: skill-compiler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템플릿 컴파일러와 정적 린터를 직접 구축합니다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실습 경로: edu_gemini/03_workbook/lab04-compiler/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1: gen.sh로 플레이스홀더 치환 컴파일 파이프라인 완성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2: validate.sh로 고의 결함 픽스처(글자수 초과, 트리거 누락) 100% 차단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검증: verify_all.sh 원클릭 통과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심화 과정 인트로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스킬 플릿 아키텍처: 단일 스킬에서 60개 시스템으로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개별 스킬 제작을 넘어, 대규모 스킬 무리를 관제하고 운영하는 엔터프라이즈 기법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1. 관제탑 라우터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62개 스킬 교통정리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오탐이 미탐보다 싸다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05 실습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474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2. 모델 오버레이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모델별 프롬프트 결함 보정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{{INHERIT}} 상속 래퍼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멀티 모델 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3. 런타임 프로토콜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STATUS 런타임 시그널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Degraded 다운그레이드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내결함성 보장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42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4. 결정 메모리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세션 무상태성 치료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decisions.jsonl 불변 로그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06 실습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5회차 [심화] · 관제탑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62개 스킬의 관제탑: gstack-router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스킬이 너무 많아지면 라우팅 자체도 스킬이 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5120640" cy="4114800"/>
          </a:xfrm>
          <a:prstGeom prst="roundRect">
            <a:avLst/>
          </a:prstGeom>
          <a:solidFill>
            <a:srgbClr val="450A0A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87171"/>
                </a:solidFill>
              </a:defRPr>
            </a:pPr>
            <a:r>
              <a:t>✕  스킬 62개 직접 노출 시 한계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사용자의 짧은 프롬프트에 모델이 스킬을 놓침 (미탐 발생)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유사한 목적의 스킬 간에 엉뚱한 스킬 선택 (오인 라우팅)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세션 시작 시 카탈로그 파싱 오버헤드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194560"/>
            <a:ext cx="5120640" cy="4114800"/>
          </a:xfrm>
          <a:prstGeom prst="roundRect">
            <a:avLst/>
          </a:prstGeom>
          <a:solidFill>
            <a:srgbClr val="052E16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4ADE80"/>
                </a:solidFill>
              </a:defRPr>
            </a:pPr>
            <a:r>
              <a:t>✓  메타 라우터 관제탑 (/gstack-router)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사용자 요청을 가로채 최적의 스킬로 교통정리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철학: '오탐(잘못 추천)이 미탐(놓침)보다 훨씬 싸다'</a:t>
            </a:r>
          </a:p>
          <a:p>
            <a:pPr>
              <a:spcAft>
                <a:spcPts val="800"/>
              </a:spcAft>
              <a:defRPr sz="1400">
                <a:solidFill>
                  <a:srgbClr val="F8FAFC"/>
                </a:solidFill>
              </a:defRPr>
            </a:pPr>
            <a:r>
              <a:t>• 공격적 라우팅으로 사용자 생산성을 극대화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5회차 [심화] · 모델 오버레이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동적 모델 오버레이와 {{INHERIT}} 상속 래퍼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같은 스킬이라도 실행 모델마다 다른 맞춤형 잔소리를 주입합니다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[MARKDOWN]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 model-overlays/sonnet.md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{{INHERIT}}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## Model-Specific Behavioral Tuning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 Conciseness: Skip preamble. Output results directly.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 Verification: Always assert exit code 0 before next Phase.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- Tool Calls: Use Edit instead of rewriting full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프롬프트 상속 패턴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기본 스킬 소스는 순수 비즈니스 로직만 유지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모델별 약점(장황함, 성급함)을 오버레이로 분리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컴파일 타임에 {{INHERIT}}를 치환하여 맞춤 렌더링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5회차 [심화 1]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05: meta-router 스킬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다중 스킬의 의도를 분석하고 분기하는 관제탑을 구축합니다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9966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실습 경로: edu_gemini/03_workbook/lab05-router/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1: meta-router 프론트매터 및 트리거 키워드 작성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과제 2: 5대 스킬 패밀리(버그, 리팩토링, 배포, 성능, 스크랩) 매트릭스 설계</a:t>
            </a:r>
          </a:p>
          <a:p>
            <a:pPr>
              <a:spcAft>
                <a:spcPts val="1400"/>
              </a:spcAft>
              <a:defRPr sz="1600">
                <a:solidFill>
                  <a:srgbClr val="F8FAFC"/>
                </a:solidFill>
              </a:defRPr>
            </a:pPr>
            <a:r>
              <a:t>•  검증: verify_all.sh의 Lab 05 테스트 통과 확인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6회차 [심화] · 런타임 프로토콜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프로덕션 런타임: STATUS 시그널 &amp; Degraded 모드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외부 장애가 발생해도 스킬은 조용히 죽지 않고 임무를 완수합니다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1. STATUS 라인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STATUS: RUNNING 출력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현재 단계 및 진행률 가시화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CI 백그라운드 모니터링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186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474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2. 장애 감지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Aside 브라우저 미실치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포트 충돌, 네트워크 단절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CDP 연결 실패 포착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3. Degraded 모드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예외 크래시 방지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Curl/CLI 텍스트 모드로 다운그레이드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우아한 기능 저하(Graceful)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2540" y="2194560"/>
            <a:ext cx="25374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5420" y="2423160"/>
            <a:ext cx="21717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4. 증거 라인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GSTACK_STEP_OK 센티널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라벨 달린 실행 증거 수집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결정적 신뢰 확보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6회차 [심화] · 컨텍스트 예산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컨텍스트 2층 예산제도: 하드 게이트 vs 소프트 게이트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컨텍스트를 돈과 직결되는 물리적 한정 자원으로 다룹니다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28600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예산 계층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대상 컴포넌트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검증 방식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8FAFC"/>
                          </a:solidFill>
                        </a:defRPr>
                      </a:pPr>
                      <a:r>
                        <a:t>초과 시 처리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1층: 카탈로그 예산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name + description (상주)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CI 하드 게이트 (250자)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87171"/>
                          </a:solidFill>
                        </a:defRPr>
                      </a:pPr>
                      <a:r>
                        <a:t>빌드 즉각 실패 (배포 차단)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2층: 본문 지시문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SKILL.md 본체 + sections/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소프트 게이트 (On-demand)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점진적 로딩 권고 (경고)</a:t>
                      </a:r>
                    </a:p>
                  </a:txBody>
                  <a:tcPr>
                    <a:solidFill>
                      <a:srgbClr val="17253C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래칫(Ratchet) 테스트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카탈로그 총 토큰량 (2500)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역회전 방지 테스트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F8FAFC"/>
                          </a:solidFill>
                        </a:defRPr>
                      </a:pPr>
                      <a:r>
                        <a:t>한 번 줄인 예산은 재증가 금지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6회차 [심화] · 메타 스킬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스킬을 생성하는 메타 스킬: skillify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성공한 세션의 도구 실행 궤적을 재사용 가능한 영구 스킬로 자동 굳히기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[MARKDOWN]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## Skillify Workflow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1. Session Trace Extraction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- 성공한 URL, CLI 명령, 정규식 셀렉터 추출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2. Core Code Generation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- SKILL.md (라우팅 명세)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- script.ts (결정적 순수 코드)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  - fixtures/ + test (단위 테스트)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3. validate.sh 통과 후 ~/.claude/skills/ 자동 등록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지식의 자산화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30분간의 시행착오를 1초 만에 영구 자산으로 박제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환각 없는 script.ts와 fixture를 일괄 생성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인간이 마크다운을 손수 쓸 필요가 없음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6회차 [심화] · 결정 메모리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세션 간 결정 메모리: decisions.jsonl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세션이 끝나도 '왜 그렇게 결정했는지' 기억을 잃지 않는 비결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6217920" cy="4114800"/>
          </a:xfrm>
          <a:prstGeom prst="roundRect">
            <a:avLst/>
          </a:prstGeom>
          <a:solidFill>
            <a:srgbClr val="0A0F1D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585216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38BDF8"/>
                </a:solidFill>
              </a:defRPr>
            </a:pPr>
            <a:r>
              <a:t>SOURCE [JSONL]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{"timestamp":"2026-09-28T10:00:00Z",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"skill":"careful",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"decision":"grep 대신 Node 파서 채택",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"rationale":"따옴표 커밋 메시지 파싱 버그 방지"}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{"timestamp":"2026-09-28T11:30:00Z",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"skill":"investigate",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"decision":"3-Strike 중단 조건 추가",</a:t>
            </a:r>
          </a:p>
          <a:p>
            <a:pPr>
              <a:defRPr sz="1200">
                <a:solidFill>
                  <a:srgbClr val="F8FAFC"/>
                </a:solidFill>
                <a:latin typeface="Consolas"/>
              </a:defRPr>
            </a:pPr>
            <a:r>
              <a:t> "rationale":"무한 루프 토큰 낭비 방어"}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94560"/>
            <a:ext cx="42062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2468880"/>
            <a:ext cx="3657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BBF24"/>
                </a:solidFill>
              </a:defRPr>
            </a:pPr>
            <a:r>
              <a:t>⚠️  기억 상실(Amnesia) 치료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모든 LLM 세션은 기본적으로 무상태(Stateless)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decisions.jsonl은 에이전트의 외장 하드디스크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</a:defRPr>
            </a:pPr>
            <a:r>
              <a:t>• 새 세션의 모델이 grep으로 검색하여 과거의 결정을 즉시 계승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총정리 &amp; 심화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Lab 06 실습 &amp; 스킬 아키텍트의 5대 황금률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이 5가지 원칙만 지키면 상위 1%의 AI 엔지니어입니다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99339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01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1. 라우팅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description이 곧 라우팅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언제 부를지까지 명시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2" y="2194560"/>
            <a:ext cx="199339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4231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02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2. 강제성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프롬프트는 부탁, Hook은 강제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위험은 하드웨어로 차단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2194560"/>
            <a:ext cx="199339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24231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03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3. Iron Law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원인 없는 수정 절대 금지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3-Strike 중단 조건 필수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2194560"/>
            <a:ext cx="199339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24231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04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4. 템플릿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공통 블록은 한 곳에서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gen.sh로 자동 컴파일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2194560"/>
            <a:ext cx="1993392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2423160"/>
            <a:ext cx="162763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38BDF8"/>
                </a:solidFill>
              </a:defRPr>
            </a:pPr>
            <a:r>
              <a:t>STEP 05</a:t>
            </a:r>
          </a:p>
          <a:p>
            <a:pPr>
              <a:spcAft>
                <a:spcPts val="1000"/>
              </a:spcAft>
              <a:defRPr sz="1700" b="1">
                <a:solidFill>
                  <a:srgbClr val="F8FAFC"/>
                </a:solidFill>
              </a:defRPr>
            </a:pPr>
            <a:r>
              <a:t>5. 메모리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세션 기억을 불변 로그로 보존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Lab 06 완주로 실전 마스터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